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3" autoAdjust="0"/>
    <p:restoredTop sz="94660"/>
  </p:normalViewPr>
  <p:slideViewPr>
    <p:cSldViewPr snapToGrid="0">
      <p:cViewPr varScale="1">
        <p:scale>
          <a:sx n="122" d="100"/>
          <a:sy n="122" d="100"/>
        </p:scale>
        <p:origin x="37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73B9A6-C276-4D0F-A316-0F89DCD331AD}" type="datetimeFigureOut">
              <a:rPr lang="de-DE" smtClean="0"/>
              <a:t>12.01.2026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740162-C8E2-43FE-86EC-2992BF24EC9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20386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73B9A6-C276-4D0F-A316-0F89DCD331AD}" type="datetimeFigureOut">
              <a:rPr lang="de-DE" smtClean="0"/>
              <a:t>12.01.2026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740162-C8E2-43FE-86EC-2992BF24EC9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903358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73B9A6-C276-4D0F-A316-0F89DCD331AD}" type="datetimeFigureOut">
              <a:rPr lang="de-DE" smtClean="0"/>
              <a:t>12.01.2026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740162-C8E2-43FE-86EC-2992BF24EC9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621223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73B9A6-C276-4D0F-A316-0F89DCD331AD}" type="datetimeFigureOut">
              <a:rPr lang="de-DE" smtClean="0"/>
              <a:t>12.01.2026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740162-C8E2-43FE-86EC-2992BF24EC9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479345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73B9A6-C276-4D0F-A316-0F89DCD331AD}" type="datetimeFigureOut">
              <a:rPr lang="de-DE" smtClean="0"/>
              <a:t>12.01.2026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740162-C8E2-43FE-86EC-2992BF24EC9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114969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73B9A6-C276-4D0F-A316-0F89DCD331AD}" type="datetimeFigureOut">
              <a:rPr lang="de-DE" smtClean="0"/>
              <a:t>12.01.2026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740162-C8E2-43FE-86EC-2992BF24EC9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710333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73B9A6-C276-4D0F-A316-0F89DCD331AD}" type="datetimeFigureOut">
              <a:rPr lang="de-DE" smtClean="0"/>
              <a:t>12.01.2026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740162-C8E2-43FE-86EC-2992BF24EC9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843499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73B9A6-C276-4D0F-A316-0F89DCD331AD}" type="datetimeFigureOut">
              <a:rPr lang="de-DE" smtClean="0"/>
              <a:t>12.01.2026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740162-C8E2-43FE-86EC-2992BF24EC9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40888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73B9A6-C276-4D0F-A316-0F89DCD331AD}" type="datetimeFigureOut">
              <a:rPr lang="de-DE" smtClean="0"/>
              <a:t>12.01.2026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740162-C8E2-43FE-86EC-2992BF24EC9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069206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73B9A6-C276-4D0F-A316-0F89DCD331AD}" type="datetimeFigureOut">
              <a:rPr lang="de-DE" smtClean="0"/>
              <a:t>12.01.2026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740162-C8E2-43FE-86EC-2992BF24EC9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769521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73B9A6-C276-4D0F-A316-0F89DCD331AD}" type="datetimeFigureOut">
              <a:rPr lang="de-DE" smtClean="0"/>
              <a:t>12.01.2026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740162-C8E2-43FE-86EC-2992BF24EC9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283215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F73B9A6-C276-4D0F-A316-0F89DCD331AD}" type="datetimeFigureOut">
              <a:rPr lang="de-DE" smtClean="0"/>
              <a:t>12.01.2026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B740162-C8E2-43FE-86EC-2992BF24EC9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460315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FBEECB92-A00C-5CC5-3C42-A2D587A34709}"/>
              </a:ext>
            </a:extLst>
          </p:cNvPr>
          <p:cNvSpPr/>
          <p:nvPr/>
        </p:nvSpPr>
        <p:spPr>
          <a:xfrm>
            <a:off x="-11700" y="1"/>
            <a:ext cx="9155700" cy="855482"/>
          </a:xfrm>
          <a:prstGeom prst="rect">
            <a:avLst/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13"/>
          </a:p>
        </p:txBody>
      </p:sp>
      <p:grpSp>
        <p:nvGrpSpPr>
          <p:cNvPr id="10" name="Fußzeile">
            <a:extLst>
              <a:ext uri="{FF2B5EF4-FFF2-40B4-BE49-F238E27FC236}">
                <a16:creationId xmlns:a16="http://schemas.microsoft.com/office/drawing/2014/main" id="{F3058EC3-39B6-B107-BE50-14EE18E74478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-11700" y="3831995"/>
            <a:ext cx="9169841" cy="1341660"/>
            <a:chOff x="-15600" y="5109326"/>
            <a:chExt cx="12226454" cy="1788879"/>
          </a:xfrm>
        </p:grpSpPr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AF4EF524-B149-EF6F-D3ED-9E507C7A992A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-15600" y="6542202"/>
              <a:ext cx="12207600" cy="315798"/>
            </a:xfrm>
            <a:prstGeom prst="rect">
              <a:avLst/>
            </a:prstGeom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013"/>
            </a:p>
          </p:txBody>
        </p:sp>
        <p:sp>
          <p:nvSpPr>
            <p:cNvPr id="6" name="Rechteck 5">
              <a:extLst>
                <a:ext uri="{FF2B5EF4-FFF2-40B4-BE49-F238E27FC236}">
                  <a16:creationId xmlns:a16="http://schemas.microsoft.com/office/drawing/2014/main" id="{BF023642-AF29-E3D3-9102-81831ED7EA4E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-15600" y="6344238"/>
              <a:ext cx="12207600" cy="128833"/>
            </a:xfrm>
            <a:prstGeom prst="rect">
              <a:avLst/>
            </a:prstGeom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013"/>
            </a:p>
          </p:txBody>
        </p:sp>
        <p:pic>
          <p:nvPicPr>
            <p:cNvPr id="8" name="Grafik 7" descr="Ein Bild, das Text, Schrift, Grafiken, Grafikdesign enthält.&#10;&#10;KI-generierte Inhalte können fehlerhaft sein.">
              <a:extLst>
                <a:ext uri="{FF2B5EF4-FFF2-40B4-BE49-F238E27FC236}">
                  <a16:creationId xmlns:a16="http://schemas.microsoft.com/office/drawing/2014/main" id="{4C73D546-879B-94AA-21AF-458526CB9794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622506" y="5109326"/>
              <a:ext cx="1588348" cy="1503577"/>
            </a:xfrm>
            <a:prstGeom prst="rect">
              <a:avLst/>
            </a:prstGeom>
          </p:spPr>
        </p:pic>
        <p:sp>
          <p:nvSpPr>
            <p:cNvPr id="9" name="Textfeld 8">
              <a:extLst>
                <a:ext uri="{FF2B5EF4-FFF2-40B4-BE49-F238E27FC236}">
                  <a16:creationId xmlns:a16="http://schemas.microsoft.com/office/drawing/2014/main" id="{A2DC8330-2C42-4A8B-9634-A82035601ABD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6528873"/>
              <a:ext cx="28657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1200" b="1" dirty="0">
                  <a:solidFill>
                    <a:schemeClr val="bg1"/>
                  </a:solidFill>
                  <a:sym typeface="Symbol" panose="05050102010706020507" pitchFamily="18" charset="2"/>
                </a:rPr>
                <a:t> </a:t>
              </a:r>
              <a:r>
                <a:rPr lang="de-DE" sz="1050" dirty="0">
                  <a:solidFill>
                    <a:schemeClr val="bg1"/>
                  </a:solidFill>
                </a:rPr>
                <a:t>Copyright: Der LernCoach 2026</a:t>
              </a:r>
              <a:endParaRPr lang="de-DE" sz="1013" dirty="0">
                <a:solidFill>
                  <a:schemeClr val="bg1"/>
                </a:solidFill>
              </a:endParaRPr>
            </a:p>
          </p:txBody>
        </p:sp>
      </p:grpSp>
      <p:sp>
        <p:nvSpPr>
          <p:cNvPr id="2" name="Textfeld 1">
            <a:extLst>
              <a:ext uri="{FF2B5EF4-FFF2-40B4-BE49-F238E27FC236}">
                <a16:creationId xmlns:a16="http://schemas.microsoft.com/office/drawing/2014/main" id="{016F0692-1F7B-45D4-EF92-4D6AD8BBB105}"/>
              </a:ext>
            </a:extLst>
          </p:cNvPr>
          <p:cNvSpPr txBox="1"/>
          <p:nvPr/>
        </p:nvSpPr>
        <p:spPr>
          <a:xfrm>
            <a:off x="437661" y="1310747"/>
            <a:ext cx="449384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Achte bei Deiner Vorlage darauf, dass Du im Register </a:t>
            </a:r>
            <a:r>
              <a:rPr lang="de-DE" b="1" dirty="0"/>
              <a:t>Entwurf</a:t>
            </a:r>
            <a:r>
              <a:rPr lang="de-DE" dirty="0"/>
              <a:t> / </a:t>
            </a:r>
            <a:r>
              <a:rPr lang="de-DE" b="1" dirty="0"/>
              <a:t>Foliengröße</a:t>
            </a:r>
            <a:r>
              <a:rPr lang="de-DE" dirty="0"/>
              <a:t> /  </a:t>
            </a:r>
            <a:r>
              <a:rPr lang="de-DE" b="1" dirty="0"/>
              <a:t>Benutzerdefinierte Foliengröße </a:t>
            </a:r>
            <a:r>
              <a:rPr lang="de-DE" dirty="0"/>
              <a:t>im Papierformat erneut das Seitenverhältnis von 16:9 auswählst.</a:t>
            </a:r>
          </a:p>
          <a:p>
            <a:r>
              <a:rPr lang="de-DE" dirty="0"/>
              <a:t>Dann wird die Seitenbreite auf 25,4 cm und die Höhe auf 14,28 cm eingerichtet. Dieses Format passt perfekt in den Canvas-Hintergrund von Power BI.</a:t>
            </a:r>
          </a:p>
        </p:txBody>
      </p:sp>
    </p:spTree>
    <p:extLst>
      <p:ext uri="{BB962C8B-B14F-4D97-AF65-F5344CB8AC3E}">
        <p14:creationId xmlns:p14="http://schemas.microsoft.com/office/powerpoint/2010/main" val="30643875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57</Words>
  <Application>Microsoft Office PowerPoint</Application>
  <PresentationFormat>Bildschirmpräsentation (16:9)</PresentationFormat>
  <Paragraphs>3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Symbol</vt:lpstr>
      <vt:lpstr>Office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Heike Hofert</dc:creator>
  <cp:lastModifiedBy>Heike Hofert</cp:lastModifiedBy>
  <cp:revision>3</cp:revision>
  <dcterms:created xsi:type="dcterms:W3CDTF">2025-09-29T07:16:04Z</dcterms:created>
  <dcterms:modified xsi:type="dcterms:W3CDTF">2026-01-12T11:13:35Z</dcterms:modified>
</cp:coreProperties>
</file>