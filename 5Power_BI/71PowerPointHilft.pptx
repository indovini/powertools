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3" autoAdjust="0"/>
    <p:restoredTop sz="94660"/>
  </p:normalViewPr>
  <p:slideViewPr>
    <p:cSldViewPr snapToGrid="0">
      <p:cViewPr>
        <p:scale>
          <a:sx n="75" d="100"/>
          <a:sy n="75" d="100"/>
        </p:scale>
        <p:origin x="1026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EA41F3-B484-97FC-3ECE-54F6F1E06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C6A1AF-0FFB-A2BD-6542-648A5D850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3DE21E-E783-6F3F-375B-C33F9AC0B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B9A6-C276-4D0F-A316-0F89DCD331AD}" type="datetimeFigureOut">
              <a:rPr lang="de-DE" smtClean="0"/>
              <a:t>29.09.2025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3564E-3AF1-77A8-55F6-B41DD4F59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CF21A5-5F79-2C69-EA84-7F706076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0162-C8E2-43FE-86EC-2992BF24E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684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674D01-82AD-1B5B-6D10-A8A088CB7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AC9B55-CE6C-55ED-DF21-E842EADBE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792FB3-77B0-1A68-7E40-B9CE0325E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B9A6-C276-4D0F-A316-0F89DCD331AD}" type="datetimeFigureOut">
              <a:rPr lang="de-DE" smtClean="0"/>
              <a:t>29.09.2025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FE312B-CCE4-D33E-3649-23DAC6E0D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1FC2E-33FC-EBED-6BA2-35ED5C905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0162-C8E2-43FE-86EC-2992BF24E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1725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16AA87-55CA-1C00-F9FA-061A05AC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9A5390-801A-9392-D16F-990266B09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73BC7A-FE66-8C1A-6306-3DEFFC356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B9A6-C276-4D0F-A316-0F89DCD331AD}" type="datetimeFigureOut">
              <a:rPr lang="de-DE" smtClean="0"/>
              <a:t>29.09.2025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8A51CC-FA38-0582-E354-3D9BA1B1D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083F42-C42D-537A-12B6-7900327F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0162-C8E2-43FE-86EC-2992BF24E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409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9EE073-94E6-9408-5BD1-FDB981DA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12221B-C680-2241-569C-2286E6672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0CCE5F5-966D-856B-4FED-B247F3B68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033470-604C-F9F8-401E-65683897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B9A6-C276-4D0F-A316-0F89DCD331AD}" type="datetimeFigureOut">
              <a:rPr lang="de-DE" smtClean="0"/>
              <a:t>29.09.2025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0F8AAC-9287-9781-D29F-F90B1D697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FECDBAC-FFD9-76EC-8DD6-2B4C8519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0162-C8E2-43FE-86EC-2992BF24E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119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9A8179-920D-FDFF-7684-E8F0D703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E43387-BA8F-94E2-9D23-C65C9424E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295470D-DA95-95DF-AD33-90578CA47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FF04E94-9B65-0608-2F63-F024771A5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3B05FDF-3D72-1EBE-41B8-64D34B302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CB3588E-CB29-F565-5F55-4368E708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B9A6-C276-4D0F-A316-0F89DCD331AD}" type="datetimeFigureOut">
              <a:rPr lang="de-DE" smtClean="0"/>
              <a:t>29.09.2025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D4BA1C6-17CB-2059-E1B0-4301BB5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8ED9206-516B-3215-BAA1-7A2FB367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0162-C8E2-43FE-86EC-2992BF24E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988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1CC8C6-BAB6-C9C8-6119-7554A581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58A9BE6-56ED-AD55-AE94-A7FEE48E5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B9A6-C276-4D0F-A316-0F89DCD331AD}" type="datetimeFigureOut">
              <a:rPr lang="de-DE" smtClean="0"/>
              <a:t>29.09.2025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2179C2A-85A1-E556-09F1-15827242F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453AE7C-3ADF-1719-1AFA-4AC783CD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0162-C8E2-43FE-86EC-2992BF24E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8768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5145266-B683-E834-9D7C-B392DE854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B9A6-C276-4D0F-A316-0F89DCD331AD}" type="datetimeFigureOut">
              <a:rPr lang="de-DE" smtClean="0"/>
              <a:t>29.09.2025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FEBEA14-0659-F933-AF68-8B94B08CB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F21836-AE86-063B-7E59-7E9C78EC5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0162-C8E2-43FE-86EC-2992BF24E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8082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B224D2-1B15-F694-46F3-023EAEA0F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C3D52A-B0D7-8F63-7528-5E73F4465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EF24DC-4125-D4F5-8EEB-0C866C730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D8D5AB-8BE6-152E-F40C-09A65E5D6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B9A6-C276-4D0F-A316-0F89DCD331AD}" type="datetimeFigureOut">
              <a:rPr lang="de-DE" smtClean="0"/>
              <a:t>29.09.2025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606E5B-BBB4-1960-DFD2-6B13C8C8F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242C05-9F94-9351-92C3-68C3F6B6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0162-C8E2-43FE-86EC-2992BF24E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4780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215BD-4CAD-C467-7651-E72BD47F0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9E2EB7-B47E-E137-059C-4BCADCE34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4B0CFC8-027F-1A26-E90D-38FF49B1F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1B7969-2667-19D8-A7A0-D623D830C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B9A6-C276-4D0F-A316-0F89DCD331AD}" type="datetimeFigureOut">
              <a:rPr lang="de-DE" smtClean="0"/>
              <a:t>29.09.2025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272CB7-8060-120C-DC7C-35CE1E92E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6175B2-0AF7-AB8F-ABDE-67C5349EA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0162-C8E2-43FE-86EC-2992BF24E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7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9B30D3-4067-0D80-661A-64DEE6154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3DCF26-9778-DA16-CC49-D830563CD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A7FE8-4988-2391-88DB-6E7432B41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B9A6-C276-4D0F-A316-0F89DCD331AD}" type="datetimeFigureOut">
              <a:rPr lang="de-DE" smtClean="0"/>
              <a:t>29.09.2025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A1386C-C5F9-42E6-1757-87240F3EF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637DA3-8832-ACA3-E26B-46E591B6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0162-C8E2-43FE-86EC-2992BF24E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7259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9C385C2-8BA5-E5CC-14EC-1713A92F4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730336F-2F0A-5E1A-4C35-2017B4510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C0AA2C-010F-A284-B25D-A4A7F4B8C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B9A6-C276-4D0F-A316-0F89DCD331AD}" type="datetimeFigureOut">
              <a:rPr lang="de-DE" smtClean="0"/>
              <a:t>29.09.2025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70C607-6614-A573-40D2-33B11FD70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480B32-69B0-A418-A3A3-E171D087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0162-C8E2-43FE-86EC-2992BF24E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902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57EF557-E797-62D1-B43E-59D8FDA7F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A59DB0E-2197-677F-3A00-D21965500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F0E699-90CC-DAA5-24EE-B3DC04ADED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73B9A6-C276-4D0F-A316-0F89DCD331AD}" type="datetimeFigureOut">
              <a:rPr lang="de-DE" smtClean="0"/>
              <a:t>29.09.2025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EAB9A1-2C62-7BAE-6677-8F188BBA38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A123DD-044B-FED3-2616-8F174E38F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740162-C8E2-43FE-86EC-2992BF24E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54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BEECB92-A00C-5CC5-3C42-A2D587A34709}"/>
              </a:ext>
            </a:extLst>
          </p:cNvPr>
          <p:cNvSpPr/>
          <p:nvPr/>
        </p:nvSpPr>
        <p:spPr>
          <a:xfrm>
            <a:off x="-15600" y="0"/>
            <a:ext cx="12207600" cy="1140643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0" name="Fußzeile">
            <a:extLst>
              <a:ext uri="{FF2B5EF4-FFF2-40B4-BE49-F238E27FC236}">
                <a16:creationId xmlns:a16="http://schemas.microsoft.com/office/drawing/2014/main" id="{F3058EC3-39B6-B107-BE50-14EE18E7447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5600" y="5109326"/>
            <a:ext cx="12226454" cy="1758101"/>
            <a:chOff x="-15600" y="5109326"/>
            <a:chExt cx="12226454" cy="1758101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AF4EF524-B149-EF6F-D3ED-9E507C7A99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600" y="6542202"/>
              <a:ext cx="12207600" cy="315798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BF023642-AF29-E3D3-9102-81831ED7EA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600" y="6344238"/>
              <a:ext cx="12207600" cy="128833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 descr="Ein Bild, das Text, Schrift, Grafiken, Grafikdesign enthält.&#10;&#10;KI-generierte Inhalte können fehlerhaft sein.">
              <a:extLst>
                <a:ext uri="{FF2B5EF4-FFF2-40B4-BE49-F238E27FC236}">
                  <a16:creationId xmlns:a16="http://schemas.microsoft.com/office/drawing/2014/main" id="{4C73D546-879B-94AA-21AF-458526CB979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22506" y="5109326"/>
              <a:ext cx="1588348" cy="1503577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A2DC8330-2C42-4A8B-9634-A82035601AB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528873"/>
              <a:ext cx="28657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b="1">
                  <a:solidFill>
                    <a:schemeClr val="bg1"/>
                  </a:solidFill>
                  <a:sym typeface="Symbol" panose="05050102010706020507" pitchFamily="18" charset="2"/>
                </a:rPr>
                <a:t> </a:t>
              </a:r>
              <a:r>
                <a:rPr lang="de-DE" sz="1400">
                  <a:solidFill>
                    <a:schemeClr val="bg1"/>
                  </a:solidFill>
                </a:rPr>
                <a:t>Copyright: Der LernCoach 2025</a:t>
              </a:r>
              <a:endParaRPr lang="de-DE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4387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Symbol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Heike Hofert</dc:creator>
  <cp:lastModifiedBy>Heike Hofert</cp:lastModifiedBy>
  <cp:revision>2</cp:revision>
  <dcterms:created xsi:type="dcterms:W3CDTF">2025-09-29T07:16:04Z</dcterms:created>
  <dcterms:modified xsi:type="dcterms:W3CDTF">2025-09-29T11:01:13Z</dcterms:modified>
</cp:coreProperties>
</file>