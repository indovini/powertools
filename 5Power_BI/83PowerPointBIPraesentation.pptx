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9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42A13-CBB8-09B5-A811-10DC546C6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1ECB4C-B867-3E50-6FB0-B464D765C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E6D29B-67DC-0791-B813-803D12D9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99112B-7DFE-0F86-D191-58EBD9C9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4F4985-7E36-9BD3-3224-2DAFD839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29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3CA9C-1789-3C3F-AA60-1733399C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F1AE1E-3839-9016-5E73-A1843F2DB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2902CE-1BC8-0CAD-C46F-54D4D6DE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068A88-B183-E989-5140-43225E02C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76A670-F135-A9CB-9E72-068E7AD2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15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3B6271-2B73-D959-226B-C72C0233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AAC019-D7C5-9AD5-86F5-859AC3C74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F0FDE1-C0D2-EE22-27CA-14362328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BBC722-3928-52FF-8122-7872EC3D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2C075D-7D89-01DB-9761-917DE816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4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75FFD-7AA4-CD4E-5BBF-89A63918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D7CF9-DABC-C721-84D7-9AA03078D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3E0601-23D6-1481-3ED5-1BD887BB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DBB49C-2C38-426D-5329-19B9B138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6D83C7-081B-5FDD-4E2A-DBE6F25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AE0E3E-D9BF-9474-BF43-050695DA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857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1C432-AB79-4B18-905B-C0247F43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79444C-4736-3366-F127-C5ECB7345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6EE535-1A52-48A4-30CC-2F2AC9423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CF7E97-D1ED-CD8B-3BEF-C709523A2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419ECE-0240-0D38-712F-83181438A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8B17B2-D628-6577-0178-5E9FE6AC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37DD1E-86CE-61ED-1EB3-CCF00B1E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8A16867-60AE-8FDD-4A98-A3A05023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7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902549-7D9F-BF43-FC3D-2A9F9AE8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886609-2F6E-896F-0AC4-893D0913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D0181B-A72C-83B2-1ED4-C0AA608E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D2E6D5-0521-449D-D42B-94ACCBCE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90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ADE183E-D4E7-81AC-1688-0C536C57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742E2A-D2BE-891D-A86C-1746CBEB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F6CF4F-E36B-5A4C-78F6-48EBC460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25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ACFD85-5F43-7200-DEEC-27539B1F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10161-F8A0-36AB-A136-787384BC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339942-FA2B-6B03-5E17-34E405B34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5C8182-F2D3-61DD-3A74-532C23ED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66104B-5076-97AC-84AE-336BB82C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2AE5A1-CABA-8C42-79F2-87DB5A8A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30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14665-CC91-0A49-E9C5-A2DB4E8CD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D2E49F-9629-E496-2CBA-A669AFB01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FE5A5E-BC33-63B3-B576-E7D0B2BA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AD1443-FF2C-E4C7-23E9-964C66BA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5DE300-4D2D-AD39-8A8D-004D6BBA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ECDE47-722E-FC33-DDF6-1463636F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24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659C9-24B5-E99D-D80C-38D10A63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B96F15-6288-843F-0300-1B613266E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3050B1-BB80-4CCF-38EE-CB44A537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6B84B2-0AEF-8677-6932-2F65DA18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8DC21F-5C71-C3E3-32EC-5BA14AF3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32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DF585E2-6DE8-076D-E430-3C18A4A68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BE6AEA-FDA5-9E6B-3F2C-A6050E9BB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3C6D92-AC1C-C593-A837-C0A662E2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D9408-654C-2F1C-98F7-2C626484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499FE4-092D-3A6B-B76E-34AAA630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62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39816B5-03DE-5F64-501E-E814616E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0A5052-F9A8-75B2-8D22-B535D9ACE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6F6977-1FE0-DCAC-8609-EBF69781F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EFFFA-271E-44D5-A789-87442257311C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E76DBD-196D-DB43-4D9D-E68447353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DA4E23-06B8-88AE-6B2F-AD1939B64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85EE0-8A2C-40AF-B39B-03658F00BC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40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9EFC0912-5A54-A25F-2FCC-B8C29B405A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5454075"/>
                  </p:ext>
                </p:extLst>
              </p:nvPr>
            </p:nvGraphicFramePr>
            <p:xfrm>
              <a:off x="387628" y="238538"/>
              <a:ext cx="11370364" cy="627159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9EFC0912-5A54-A25F-2FCC-B8C29B405A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628" y="238538"/>
                <a:ext cx="11370364" cy="62715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844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6A76261-6D03-47DF-809A-EAEF1A392563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81XTW/bOBD9KwteenEW1Jdt5ZY6yaXZhdF0u4eFsRiJI5mFRAkklY0T+L93SMpIYjhN6m6LAAEiksOZ994Mh/Q9E9L0DWz+hBbZKbtCg3coyzWq3yI2YSpMiyRDjKs0T4uqKDNIkiKl1a63slOGnd4zC7pG+1maARrniyb/YVkpsrTKigLLiJODhEPEVhMGTbOE2tlU0BicsB616RQ08g6DC1qyesDthOFt33QaXKBrCxZdsBsypzEBi35PCAeUVt7gNZY2zIKIklwQ0hmUPM2zeZEVZGaCgcd70MS59uEXnbIgFYVxc/PZDESWwJQnacRjXszjyM0bqepmBPyw99Omd5JZvLVFd+tUKr5QYOdpuyVCPJ/OqyqfpiIvZ3ya57lI3O5KNnYMWGwubntNCpKuwduCmNedliVF8ppoNEGCe7bomqH1XxdP5q+7QZf4ESu/pKy0G4eraP79MCiBijk0S92R+H7lUuoWlc+4W1l3/y00UlzBTvl2RTPf5gtFgxd7fGmgBer3G8/lXOpdiuLJHtifQoJQ02ocTVM+F8jTYg5RnM6KIntR8DNxA6ok7vtqn9W1xhrsOPxRFsvOIo1J0D0iS9ljQyX4V2vA3vnVy0GN8vEjElSCFsdm562QDgk92Fbe/Ama/PLaOhsqq6E+R+pl1FH3wP6Bqsb/o648rsUatH0j5XUU7+1qd4+Q7ZdHN8VYOIHFT6mUlb8XIJ+W8SwXMZQ5FTXgHOEXV3UQDkd5HsEdFTUC7NAeczuYRpaon9QHa5GeDO6jRrpp3Sbi1YegEs0D96dfn3eXP5XRpe5av218vrgKfIbRhAUo3CX67zVqHBOqhNwV3pkS7t8VVjYI2PagpdnJuRt9kM6Owj8YvkLpMPAgX1T3o6zX3vOVtEEa4g3N4N9iJLqVLb6LeZyc8OgkSj5xfur/3rlL7/H+b1NI3gCF9IQnJ0m0RyG0en8oyRgOlIahF6c9Hx+E6I/FcXLRsVHiOx0F0HwftL+dnml60Y+/eF59PJ/tZZ6LObKTvTr8KiTw8GHvBmt6KHEJCg+klRIA1DDFC8nwvxvYQ518BVykhbPIDAAA&quot;"/>
    <we:property name="creatorSessionId" value="&quot;f41aec8a-25a4-48c7-883c-5857b5e6ade0&quot;"/>
    <we:property name="creatorTenantId" value="&quot;ca047f03-fce8-458e-b732-85a20709243d&quot;"/>
    <we:property name="creatorUserId" value="&quot;1003BFFD8D8BC391&quot;"/>
    <we:property name="datasetId" value="&quot;2272d583-33b8-46c2-b3ad-e431d9400d8e&quot;"/>
    <we:property name="embedUrl" value="&quot;/reportEmbed?reportId=9d300167-6924-4add-bf08-0fa66d1308b5&amp;config=eyJjbHVzdGVyVXJsIjoiaHR0cHM6Ly9XQUJJLVdFU1QtRVVST1BF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81X30/bMBD+V6a87KVMTtJf4a0r8AJsFTD2MFXTJb6knhInsh1GQf3fd7ZTARUbXTdQpUq1z+e7+747+5z7gAvdlLD8BBUGh8EZarxDkS1QvguDXiC9+OPnz6fnk4vT758m58ckrhsjaqmDw/vAgCrQXAvdQmmNkPDbvBdAWc6gsLMcSo29oEGlawmluEOvTEtGtbjqBXjblLUCa/LSgEFr9obUaU6+ww8xeYTMiBu8xMx4KfAwTnieZiPIWD8ZjNNBSmraK7jInlWxpp37aS0NCElurGw8GgEfxDBkcT9kEUvHUWjlWsii7AJ+2Hu1bCwrBm9NWt9aPtIf5NhaWq0IEEuG4zxPhn2eZCM2TJKEx3Z3LkrTOUyXx7eNIq6IQW9tSsiLWomMPDlOFGpPwX0wrcu2cqPjJ/LLulUZXmDulqQRZmnjSsvvp63kKAMbzUzVRL5bORGqQumSalcW9c+pQvLLg0O2mpPkz3ghLfF4Ay9NFEf1cemwHAm1TlHY2wj2VUBQ1LQahcM+G3Nk/XQMYdQfpengRcIn/AZkRtg32Z4UhcICTDf9VxSz2iDNidANIDPRYEkl+KXSYO7c6kkrO/rYDgnKQPEtsxNtZmdfQPuEDjI+6OeDNMUsZIhRzCDc/xPUe/PamrS5UVAcId1ldKNuBHuOssD/UVcurukClNmT8toJ92q+7iOk++NRp+gKx6N4lUqZu74AyTCLRgmPIEuoqAHHCG9c1Z447Oh5FG7HqOZg2mqX7qBLkaF6Uh9BhfQ4sIMCqdPaTYSr8U4F6gfsT0fX6+ZPZXSi6spt614otgJ/g6gX+FCYTfTXBSrsEiq5WBfeRHL7d4a58QRWDSih13SuZ6fC6pH7B8UtmPYTF+SL7F6IYuEsnwnjqSHcULZ2O2mhERW+j1gUH7DwIIyvGDt0v/e26T3e/2cI8R5A6DsIbAOCv+rdoSRleKY0NL0tzVH3IER3LHaji46N5H9pyAXNks2gXXd6vRfP1sfzt3eZw6J3vMm2dj/3CXz+sNet0Q1kOAOJz6SVEgB0YfIXkuG+G3z26J4R9PR8YYP9mgge6uoXol0OpdsMAAA=&quot;"/>
    <we:property name="isFiltersActionButtonVisible" value="true"/>
    <we:property name="isVisualContainerHeaderHidden" value="false"/>
    <we:property name="pageDisplayName" value="&quot;Seite 1&quot;"/>
    <we:property name="pageName" value="&quot;ad139dfbc7ac04958b5b&quot;"/>
    <we:property name="pptInsertionSessionID" value="&quot;03A4E3A8-6CA8-4FB5-94CD-A630134B813B&quot;"/>
    <we:property name="reportEmbeddedTime" value="&quot;2025-11-03T16:23:38.923Z&quot;"/>
    <we:property name="reportName" value="&quot;75DashboardVeroeffentlichen&quot;"/>
    <we:property name="reportState" value="&quot;CONNECTED&quot;"/>
    <we:property name="reportUrl" value="&quot;/links/tgcjAF5GEo?ctid=ca047f03-fce8-458e-b732-85a20709243d&amp;experience=power-bi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Heike Hofert</dc:creator>
  <cp:lastModifiedBy>Heike Hofert</cp:lastModifiedBy>
  <cp:revision>3</cp:revision>
  <dcterms:created xsi:type="dcterms:W3CDTF">2025-11-03T16:18:15Z</dcterms:created>
  <dcterms:modified xsi:type="dcterms:W3CDTF">2025-12-10T12:04:55Z</dcterms:modified>
</cp:coreProperties>
</file>